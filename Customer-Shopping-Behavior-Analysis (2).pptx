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6-2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 purchases • 18 columns • transactional insights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4278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98377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2040136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Size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346647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Rows: 3,900 • Columns: 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98377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2040136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346647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Demographics, Purchase details, Behavior metrics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083793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225552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53206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37 values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004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Exploratory Data Analysis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925119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25119" y="1170087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26288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Load &amp; Inspect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25119" y="1533376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pandas: df.info(), 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25119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25119" y="2146027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7"/>
          <p:cNvSpPr/>
          <p:nvPr/>
        </p:nvSpPr>
        <p:spPr>
          <a:xfrm>
            <a:off x="3925119" y="223882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Clean &amp; Impute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25119" y="250931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Imputed Review Rating by category median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25119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121968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21476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Engineer Features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925119" y="348525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age_group, purchase_frequency_days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25119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25119" y="4097908"/>
            <a:ext cx="4722763" cy="14288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5"/>
          <p:cNvSpPr/>
          <p:nvPr/>
        </p:nvSpPr>
        <p:spPr>
          <a:xfrm>
            <a:off x="3925119" y="419070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Standardize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925119" y="446119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Renamed columns to snake_case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575941"/>
            <a:ext cx="390294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Analysis (PostgreSQL)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260367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gender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High-spending discount users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products by rating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type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287" y="1382390"/>
            <a:ext cx="3531171" cy="20242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1472" y="2133513"/>
            <a:ext cx="1155723" cy="18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Female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1671472" y="2371217"/>
            <a:ext cx="1155723" cy="29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Revenue: 75,191 — discount users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349384" y="2094033"/>
            <a:ext cx="1155724" cy="18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Male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349384" y="2331737"/>
            <a:ext cx="1155724" cy="29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Revenue: 157,890 — higher spenders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96119" y="3566145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Revenue: Male &gt; Female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339" y="1839888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5879" y="1839888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Discount Users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55879" y="2203103"/>
            <a:ext cx="20966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Many still spend above average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4339" y="2713434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55879" y="2713434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 Rated Items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555879" y="3076649"/>
            <a:ext cx="20966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Gloves, Sandals, Boots, Hat, Skirt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4580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Shipping Type Comparison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4437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purchase: Standard $58.46 — Express $60.48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30662"/>
            <a:ext cx="4722763" cy="566961"/>
          </a:xfrm>
          <a:prstGeom prst="roundRect">
            <a:avLst>
              <a:gd name="adj" fmla="val 3751"/>
            </a:avLst>
          </a:prstGeom>
          <a:solidFill>
            <a:srgbClr val="ECE6D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323143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207841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Small difference — consider targeting express users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3650"/>
            <a:ext cx="3911054" cy="221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1590" y="708571"/>
            <a:ext cx="3911054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Subscribers &amp; Segments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4741590" y="1698054"/>
            <a:ext cx="3911054" cy="821085"/>
          </a:xfrm>
          <a:prstGeom prst="roundRect">
            <a:avLst>
              <a:gd name="adj" fmla="val 2468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4876651" y="1833116"/>
            <a:ext cx="36409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76651" y="2172965"/>
            <a:ext cx="36409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Yes: 1,053 customers • Avg spend $59.49 • Revenue $62,645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41590" y="2647876"/>
            <a:ext cx="3911054" cy="821085"/>
          </a:xfrm>
          <a:prstGeom prst="roundRect">
            <a:avLst>
              <a:gd name="adj" fmla="val 2468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4876651" y="2782937"/>
            <a:ext cx="36409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Non-subscribers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76651" y="3122786"/>
            <a:ext cx="36409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No: 2,847 customers • Avg spend $59.87 • Revenue $170,436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41590" y="3597697"/>
            <a:ext cx="3911054" cy="821085"/>
          </a:xfrm>
          <a:prstGeom prst="roundRect">
            <a:avLst>
              <a:gd name="adj" fmla="val 2468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4876651" y="3732758"/>
            <a:ext cx="36409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76651" y="4072607"/>
            <a:ext cx="36409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 3,116 • Returning 701 • New 83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2240"/>
            <a:ext cx="3478039" cy="26388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1005334"/>
            <a:ext cx="43277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 Categories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324796" y="1590080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Clothing leads revenue and sales. Highlight top products per category: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796" y="2203177"/>
            <a:ext cx="601787" cy="6017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03763" y="2203177"/>
            <a:ext cx="12962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103763" y="2566392"/>
            <a:ext cx="12962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Jewelry, Sunglasses, Belt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36" y="2203177"/>
            <a:ext cx="601787" cy="6017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56202" y="2203177"/>
            <a:ext cx="12963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356202" y="2566392"/>
            <a:ext cx="12963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Blouse, Pants, Shirt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796" y="3303538"/>
            <a:ext cx="601787" cy="6017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03763" y="3303538"/>
            <a:ext cx="12962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103763" y="3666753"/>
            <a:ext cx="12962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Sandals, Shoes, Sneakers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04751"/>
            <a:ext cx="5177582" cy="29339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4339" y="1352624"/>
            <a:ext cx="2628230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Revenue by Age Group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024339" y="2380357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Young Adult $62,143 • Middle-aged $59,197 • Adult $55,978 • Senior $55,763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24339" y="2993454"/>
            <a:ext cx="2628230" cy="779562"/>
          </a:xfrm>
          <a:prstGeom prst="roundRect">
            <a:avLst>
              <a:gd name="adj" fmla="val 2728"/>
            </a:avLst>
          </a:prstGeom>
          <a:solidFill>
            <a:srgbClr val="ECE6D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3198986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037" y="3156421"/>
            <a:ext cx="20257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marketing on high-revenue age groups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264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19151"/>
            <a:ext cx="2622724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57995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886471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419151"/>
            <a:ext cx="2622724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57995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1886471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Reward repeat buyers to shift to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419151"/>
            <a:ext cx="2622724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57995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1886471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642667"/>
            <a:ext cx="2622724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2803475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109987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top-rated &amp; best-selling items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2642667"/>
            <a:ext cx="2622724" cy="10817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2803475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109987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96119" y="3883893"/>
            <a:ext cx="8151763" cy="566961"/>
          </a:xfrm>
          <a:prstGeom prst="roundRect">
            <a:avLst>
              <a:gd name="adj" fmla="val 3751"/>
            </a:avLst>
          </a:prstGeom>
          <a:solidFill>
            <a:srgbClr val="ECE6D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877" y="4084662"/>
            <a:ext cx="177180" cy="1417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56816" y="406107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built in Power BI for interactive exploration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2026-07-15T15:34:15Z</dcterms:created>
  <dcterms:modified xsi:type="dcterms:W3CDTF">2026-07-15T15:34:15Z</dcterms:modified>
</cp:coreProperties>
</file>